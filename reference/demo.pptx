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6PXCEcNJLU3aUHyTRpZSJI593vGBwT4I/view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REVIEW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Frontier Challenge 2026 Round 1 Submission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Titans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Raj Chevala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(R3)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chatbots often invent products, prices and return rules that are not in the catalogue, and shoppers act on them.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Affected: online shoppers, and retailers who must honour what their bot says.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in Moffatt v. Air Canada (2024), a tribunal made the airline pay for a refund rule its chatbot got wrong.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online retail is expected to grow from US$75 billion in 2024 to US$260 billion by 2030, about 14% of all retail (Deloitte and FICCI, 2025).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India’s online shoppers, expected to reach 400 million by 2030 (Redseer).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Amazon Rufus and Flipkart Flippi exist, but Amazon notes Rufus is not always correct. Smaller retailers need a low cost assistant that states only catalogue facts.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 chat assistant for a 5,000 product catalogue that answers only from catalogue and policy data and cites a product ID or policy section for every fact.</a:t>
            </a:r>
            <a:endParaRPr lang="en-US" sz="16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it first finds matching products, then decides: answer if there is one clear match, ask a short question if several match, say “I don’t have that” if none.</a:t>
            </a:r>
            <a:endParaRPr lang="en-US" sz="16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handles short Hinglish queries, remembers earlier limits (“under ₹2,000, cotton only”), and reports response time and token cost per query.</a:t>
            </a:r>
            <a:endParaRPr lang="en-US" sz="16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prices and stock are copied from the catalogue by code, never typed by the language model, so an invented price cannot reach the shopper.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0" name="Flow Step 1"/>
          <p:cNvSpPr/>
          <p:nvPr/>
        </p:nvSpPr>
        <p:spPr>
          <a:xfrm>
            <a:off x="594360" y="374904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question in English or Hinglish</a:t>
            </a:r>
            <a:endParaRPr lang="en-US" sz="1100" dirty="0"/>
          </a:p>
        </p:txBody>
      </p:sp>
      <p:sp>
        <p:nvSpPr>
          <p:cNvPr id="41" name="Flow Arrow 1"/>
          <p:cNvSpPr/>
          <p:nvPr/>
        </p:nvSpPr>
        <p:spPr>
          <a:xfrm>
            <a:off x="201168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Flow Step 2"/>
          <p:cNvSpPr/>
          <p:nvPr/>
        </p:nvSpPr>
        <p:spPr>
          <a:xfrm>
            <a:off x="2240280" y="374904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filters: category, colour, size, budget</a:t>
            </a:r>
            <a:endParaRPr lang="en-US" sz="1100" dirty="0"/>
          </a:p>
        </p:txBody>
      </p:sp>
      <p:sp>
        <p:nvSpPr>
          <p:cNvPr id="43" name="Flow Arrow 2"/>
          <p:cNvSpPr/>
          <p:nvPr/>
        </p:nvSpPr>
        <p:spPr>
          <a:xfrm>
            <a:off x="365760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Flow Step 3"/>
          <p:cNvSpPr/>
          <p:nvPr/>
        </p:nvSpPr>
        <p:spPr>
          <a:xfrm>
            <a:off x="3886200" y="374904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catalogue and policy text</a:t>
            </a:r>
            <a:endParaRPr lang="en-US" sz="1100" dirty="0"/>
          </a:p>
        </p:txBody>
      </p:sp>
      <p:sp>
        <p:nvSpPr>
          <p:cNvPr id="45" name="Flow Arrow 3"/>
          <p:cNvSpPr/>
          <p:nvPr/>
        </p:nvSpPr>
        <p:spPr>
          <a:xfrm>
            <a:off x="530352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Flow Step 4"/>
          <p:cNvSpPr/>
          <p:nvPr/>
        </p:nvSpPr>
        <p:spPr>
          <a:xfrm>
            <a:off x="5532120" y="374904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answer, ask which one, or refuse</a:t>
            </a:r>
            <a:endParaRPr lang="en-US" sz="1100" dirty="0"/>
          </a:p>
        </p:txBody>
      </p:sp>
      <p:sp>
        <p:nvSpPr>
          <p:cNvPr id="47" name="Flow Arrow 4"/>
          <p:cNvSpPr/>
          <p:nvPr/>
        </p:nvSpPr>
        <p:spPr>
          <a:xfrm>
            <a:off x="694944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Flow Step 5"/>
          <p:cNvSpPr/>
          <p:nvPr/>
        </p:nvSpPr>
        <p:spPr>
          <a:xfrm>
            <a:off x="7178040" y="374904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1F4788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catalogue prices and citations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 &amp;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Prepare data: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product’s title, attributes, price and stock in a table; split the policy into numbered sections.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the query: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plus the provided small model pick out category, colour, size, material and budget, including Hinglish words.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and decide: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plus meaning based search, filter by budget and stock, then count close matches to answer, ask or refuse.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Reply and test: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the sentence, code fills prices and IDs. evaluate.py scores grounding and refusals.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30632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0" name="Arch Block 1"/>
          <p:cNvSpPr/>
          <p:nvPr/>
        </p:nvSpPr>
        <p:spPr>
          <a:xfrm>
            <a:off x="5120640" y="1485900"/>
            <a:ext cx="32918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screen (Streamlit)</a:t>
            </a:r>
            <a:endParaRPr lang="en-US" sz="1100" dirty="0"/>
          </a:p>
        </p:txBody>
      </p:sp>
      <p:sp>
        <p:nvSpPr>
          <p:cNvPr id="61" name="Arch Arrow 1"/>
          <p:cNvSpPr/>
          <p:nvPr/>
        </p:nvSpPr>
        <p:spPr>
          <a:xfrm>
            <a:off x="6665976" y="1938528"/>
            <a:ext cx="201168" cy="155448"/>
          </a:xfrm>
          <a:prstGeom prst="down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Arch Block 2"/>
          <p:cNvSpPr/>
          <p:nvPr/>
        </p:nvSpPr>
        <p:spPr>
          <a:xfrm>
            <a:off x="5120640" y="2107692"/>
            <a:ext cx="32918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reader: rules plus provided small model</a:t>
            </a:r>
            <a:endParaRPr lang="en-US" sz="1100" dirty="0"/>
          </a:p>
        </p:txBody>
      </p:sp>
      <p:sp>
        <p:nvSpPr>
          <p:cNvPr id="63" name="Arch Arrow 2"/>
          <p:cNvSpPr/>
          <p:nvPr/>
        </p:nvSpPr>
        <p:spPr>
          <a:xfrm>
            <a:off x="6665976" y="2560320"/>
            <a:ext cx="201168" cy="155448"/>
          </a:xfrm>
          <a:prstGeom prst="down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Arch Block 3"/>
          <p:cNvSpPr/>
          <p:nvPr/>
        </p:nvSpPr>
        <p:spPr>
          <a:xfrm>
            <a:off x="5120640" y="2729484"/>
            <a:ext cx="32918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BM25 keywords plus embedding model</a:t>
            </a:r>
            <a:endParaRPr lang="en-US" sz="1100" dirty="0"/>
          </a:p>
        </p:txBody>
      </p:sp>
      <p:sp>
        <p:nvSpPr>
          <p:cNvPr id="65" name="Arch Arrow 3"/>
          <p:cNvSpPr/>
          <p:nvPr/>
        </p:nvSpPr>
        <p:spPr>
          <a:xfrm>
            <a:off x="6665976" y="3182112"/>
            <a:ext cx="201168" cy="155448"/>
          </a:xfrm>
          <a:prstGeom prst="down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Arch Block 4"/>
          <p:cNvSpPr/>
          <p:nvPr/>
        </p:nvSpPr>
        <p:spPr>
          <a:xfrm>
            <a:off x="5120640" y="3351276"/>
            <a:ext cx="32918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4788"/>
            </a:solidFill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step: answer, ask which one, or refuse</a:t>
            </a:r>
            <a:endParaRPr lang="en-US" sz="1100" dirty="0"/>
          </a:p>
        </p:txBody>
      </p:sp>
      <p:sp>
        <p:nvSpPr>
          <p:cNvPr id="67" name="Arch Arrow 4"/>
          <p:cNvSpPr/>
          <p:nvPr/>
        </p:nvSpPr>
        <p:spPr>
          <a:xfrm>
            <a:off x="6665976" y="3803904"/>
            <a:ext cx="201168" cy="155448"/>
          </a:xfrm>
          <a:prstGeom prst="downArrow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Arch Block 5"/>
          <p:cNvSpPr/>
          <p:nvPr/>
        </p:nvSpPr>
        <p:spPr>
          <a:xfrm>
            <a:off x="5120640" y="3973068"/>
            <a:ext cx="3291840" cy="438912"/>
          </a:xfrm>
          <a:prstGeom prst="roundRect">
            <a:avLst>
              <a:gd name="adj" fmla="val 12000"/>
            </a:avLst>
          </a:prstGeom>
          <a:solidFill>
            <a:srgbClr val="1F4788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builder: catalogue prices, citations, cost log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offline model is slow on a laptop and may still try to state facts on its own.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only two narrow jobs, reading the query and phrasing the reply. All prices, stock and product IDs are filled from the catalogue by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type short, misspelt Hinglish queries (“blu shoe sasta wala”) that plain keyword search misses.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Hinglish word list and spelling fixes (sasta = cheap, kala = black) and combine keyword search with meaning based search.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and vague questions: three blue running shoes exist, or the item is not sold at all.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close matches before answering. Several matches means show the options and ask which one; no match means say “I don’t have that” and suggest the nearest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 (USP)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cannot be invented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never writes a price or stock status. Code copies them from the catalogue row it cites, so every number can be traced back.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instead of guessing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question fits several products, it lists the options and asks which one. When nothing fits, it says so clearly instead of making something 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2468880" cy="7315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shoppers</a:t>
            </a:r>
            <a:endParaRPr lang="en-US" sz="12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short Hinglish and misspelt queries and keeps earlier limits such as budget and fabric across the chat, on a fixed, low cost setup.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us: shoppers get answers they can check, with a product ID or policy section next to every fact, and retailers never promise what they do not sell.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alternatives: general chatbots answer confidently even when wrong. Ours answers only from the catalogue and reports its speed and cost for every query.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POC Video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62E05-9ADD-C961-1ABF-41B1E088E7AB}"/>
              </a:ext>
            </a:extLst>
          </p:cNvPr>
          <p:cNvSpPr txBox="1"/>
          <p:nvPr/>
        </p:nvSpPr>
        <p:spPr>
          <a:xfrm>
            <a:off x="2286000" y="220155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https://drive.google.com/file/d/16PXCEcNJLU3aUHyTRpZSJI593vGBwT4I/view?usp=sharing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882</Words>
  <Application>Microsoft Macintosh PowerPoint</Application>
  <PresentationFormat>On-screen Show (16:9)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Raj Chevala</cp:lastModifiedBy>
  <cp:revision>5</cp:revision>
  <dcterms:created xsi:type="dcterms:W3CDTF">2026-08-06T14:25:19Z</dcterms:created>
  <dcterms:modified xsi:type="dcterms:W3CDTF">2026-10-20T18:23:19Z</dcterms:modified>
</cp:coreProperties>
</file>